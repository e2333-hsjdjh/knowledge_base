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8" r:id="rId3"/>
    <p:sldId id="299" r:id="rId4"/>
    <p:sldId id="301" r:id="rId5"/>
    <p:sldId id="351" r:id="rId6"/>
    <p:sldId id="354" r:id="rId7"/>
    <p:sldId id="355" r:id="rId8"/>
    <p:sldId id="356" r:id="rId9"/>
    <p:sldId id="357" r:id="rId10"/>
    <p:sldId id="358" r:id="rId11"/>
    <p:sldId id="359" r:id="rId12"/>
    <p:sldId id="36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5"/>
  </p:normalViewPr>
  <p:slideViewPr>
    <p:cSldViewPr snapToGrid="0">
      <p:cViewPr varScale="1">
        <p:scale>
          <a:sx n="113" d="100"/>
          <a:sy n="113" d="100"/>
        </p:scale>
        <p:origin x="7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广赢 朱" userId="150c511148b46334" providerId="LiveId" clId="{3FB8D60B-71A2-4574-92F2-88A9EC735CED}"/>
    <pc:docChg chg="custSel addSld modSld">
      <pc:chgData name="广赢 朱" userId="150c511148b46334" providerId="LiveId" clId="{3FB8D60B-71A2-4574-92F2-88A9EC735CED}" dt="2025-10-24T01:47:34.799" v="3" actId="1076"/>
      <pc:docMkLst>
        <pc:docMk/>
      </pc:docMkLst>
      <pc:sldChg chg="delSp modSp add mod">
        <pc:chgData name="广赢 朱" userId="150c511148b46334" providerId="LiveId" clId="{3FB8D60B-71A2-4574-92F2-88A9EC735CED}" dt="2025-10-24T01:47:34.799" v="3" actId="1076"/>
        <pc:sldMkLst>
          <pc:docMk/>
          <pc:sldMk cId="0" sldId="258"/>
        </pc:sldMkLst>
        <pc:spChg chg="del">
          <ac:chgData name="广赢 朱" userId="150c511148b46334" providerId="LiveId" clId="{3FB8D60B-71A2-4574-92F2-88A9EC735CED}" dt="2025-10-24T01:47:30.568" v="2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广赢 朱" userId="150c511148b46334" providerId="LiveId" clId="{3FB8D60B-71A2-4574-92F2-88A9EC735CED}" dt="2025-10-24T01:47:34.799" v="3" actId="1076"/>
          <ac:spMkLst>
            <pc:docMk/>
            <pc:sldMk cId="0" sldId="258"/>
            <ac:spMk id="6" creationId="{00000000-0000-0000-0000-000000000000}"/>
          </ac:spMkLst>
        </pc:spChg>
      </pc:sldChg>
      <pc:sldChg chg="add">
        <pc:chgData name="广赢 朱" userId="150c511148b46334" providerId="LiveId" clId="{3FB8D60B-71A2-4574-92F2-88A9EC735CED}" dt="2025-10-24T01:45:59.718" v="0"/>
        <pc:sldMkLst>
          <pc:docMk/>
          <pc:sldMk cId="0" sldId="299"/>
        </pc:sldMkLst>
      </pc:sldChg>
      <pc:sldChg chg="add">
        <pc:chgData name="广赢 朱" userId="150c511148b46334" providerId="LiveId" clId="{3FB8D60B-71A2-4574-92F2-88A9EC735CED}" dt="2025-10-24T01:45:59.718" v="0"/>
        <pc:sldMkLst>
          <pc:docMk/>
          <pc:sldMk cId="0" sldId="301"/>
        </pc:sldMkLst>
      </pc:sldChg>
      <pc:sldChg chg="add">
        <pc:chgData name="广赢 朱" userId="150c511148b46334" providerId="LiveId" clId="{3FB8D60B-71A2-4574-92F2-88A9EC735CED}" dt="2025-10-24T01:47:17.583" v="1"/>
        <pc:sldMkLst>
          <pc:docMk/>
          <pc:sldMk cId="0" sldId="351"/>
        </pc:sldMkLst>
      </pc:sldChg>
      <pc:sldChg chg="add">
        <pc:chgData name="广赢 朱" userId="150c511148b46334" providerId="LiveId" clId="{3FB8D60B-71A2-4574-92F2-88A9EC735CED}" dt="2025-10-24T01:47:17.583" v="1"/>
        <pc:sldMkLst>
          <pc:docMk/>
          <pc:sldMk cId="0" sldId="354"/>
        </pc:sldMkLst>
      </pc:sldChg>
      <pc:sldChg chg="add">
        <pc:chgData name="广赢 朱" userId="150c511148b46334" providerId="LiveId" clId="{3FB8D60B-71A2-4574-92F2-88A9EC735CED}" dt="2025-10-24T01:47:17.583" v="1"/>
        <pc:sldMkLst>
          <pc:docMk/>
          <pc:sldMk cId="0" sldId="355"/>
        </pc:sldMkLst>
      </pc:sldChg>
      <pc:sldChg chg="add">
        <pc:chgData name="广赢 朱" userId="150c511148b46334" providerId="LiveId" clId="{3FB8D60B-71A2-4574-92F2-88A9EC735CED}" dt="2025-10-24T01:47:17.583" v="1"/>
        <pc:sldMkLst>
          <pc:docMk/>
          <pc:sldMk cId="0" sldId="356"/>
        </pc:sldMkLst>
      </pc:sldChg>
      <pc:sldChg chg="add">
        <pc:chgData name="广赢 朱" userId="150c511148b46334" providerId="LiveId" clId="{3FB8D60B-71A2-4574-92F2-88A9EC735CED}" dt="2025-10-24T01:47:17.583" v="1"/>
        <pc:sldMkLst>
          <pc:docMk/>
          <pc:sldMk cId="0" sldId="357"/>
        </pc:sldMkLst>
      </pc:sldChg>
      <pc:sldChg chg="add">
        <pc:chgData name="广赢 朱" userId="150c511148b46334" providerId="LiveId" clId="{3FB8D60B-71A2-4574-92F2-88A9EC735CED}" dt="2025-10-24T01:47:17.583" v="1"/>
        <pc:sldMkLst>
          <pc:docMk/>
          <pc:sldMk cId="0" sldId="358"/>
        </pc:sldMkLst>
      </pc:sldChg>
      <pc:sldChg chg="add">
        <pc:chgData name="广赢 朱" userId="150c511148b46334" providerId="LiveId" clId="{3FB8D60B-71A2-4574-92F2-88A9EC735CED}" dt="2025-10-24T01:47:17.583" v="1"/>
        <pc:sldMkLst>
          <pc:docMk/>
          <pc:sldMk cId="0" sldId="359"/>
        </pc:sldMkLst>
      </pc:sldChg>
      <pc:sldChg chg="add">
        <pc:chgData name="广赢 朱" userId="150c511148b46334" providerId="LiveId" clId="{3FB8D60B-71A2-4574-92F2-88A9EC735CED}" dt="2025-10-24T01:47:17.583" v="1"/>
        <pc:sldMkLst>
          <pc:docMk/>
          <pc:sldMk cId="0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13215-5278-4AA2-A67E-3BA5955ECB0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A43D4-C075-48B2-BAAE-4A62BE016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4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7218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1372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9266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1392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1314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141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5410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145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7458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1474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9506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1495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51554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1515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7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69578-C951-02EF-8EE9-2E2FCBE2C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4C703F-A7DA-EBC0-74E7-1CB1A0995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5B40C-F060-98DB-EA89-89984BED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BD2DF-1F53-12C1-B738-0F825F2B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D986C0-2B47-A875-B373-1F3F49FE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87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F50C5-B21D-A454-D679-A82503C7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DEB634-CD9E-9507-E761-DC0AA3ED7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B11DF-2CB5-F1D4-8143-06C52BB90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0052FC-0376-727C-BB3D-2EE34B5F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5354F-6D3A-686A-624D-A1288E02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103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C1E3C-690D-C51A-C6C4-81D3AEA9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FB452-4866-A452-FA22-7BBB02FE9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0347C-1FB1-4373-EF5A-2B60634C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B2C016-E9FB-A413-9E69-1623BEB4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D1950D-3EAF-16CD-66DF-E66ED7BF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8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4FC71-2429-238C-75C7-365807F1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8AFBDA-A055-4263-C4B6-004F7A338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6AAFE6-B9B0-052A-65D9-D00615FE5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674738-DC06-4B3D-EE25-51F6EE78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784298-B1D7-9118-BD91-460264ED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24E08D-4E31-1143-6144-8A6F57CB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47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9C89A-2BF2-5BDE-18AB-29FA2B55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8CB0B-CB86-0F45-5595-41843E0F8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BF90A2-40EB-BE5A-48F9-9FDE4B076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DC0C25-315A-3772-F3A4-4616A9B3B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C374F5-2DF4-119E-23CC-E22D41F13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17584B-9F38-52DD-4A18-EBC36B7E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D0AFE9-D9FC-7068-E90B-FB7CF4AC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A3D70F-8209-9946-E759-3D4C0CA2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23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4AEBE-99C6-B4D3-14AA-050218B0B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641077-7DBF-035C-14B5-9239C7CC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D45C3C-376D-58B3-19D0-D2A5937B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CCE233-C6B0-D62A-06E5-EA6B3471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65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1502BB-B562-21F5-5E9D-610BB0B1B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6A7E60-5B0D-49FB-DA3F-77D4A957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C979E7-12A0-349E-372D-8B8402CE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37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1DFA2-1DB0-6F6C-4155-98E82AE9A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CFD4D-B387-7060-0C7A-D39B1B698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F79FB6-2602-296B-4D26-425E04CA3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180A17-2326-EC53-ABBB-61A9AEEA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42EE67-367A-3436-1A32-E8B7A0C4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053B3F-F1EC-EB04-B274-860C75B3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8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5E922-7F2C-C7FB-4DC0-E35DF48F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C66B96-4829-7685-AF33-2DB40F58A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8EAF6A-4C71-119F-1A51-61A60C9E0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7D3793-F419-F11A-A1C4-767BCCCA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ABFD3E-25AC-DADC-5192-48933E89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01112E-7E9B-7287-2415-F80433B5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4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0624B-3538-48C4-C7C0-042E14DA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485D25-0074-D665-CEF5-311294B80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632064-4D1F-84EB-74C3-ECB7A6CF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952C8-5F31-6EF9-0D22-98DAABC5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4788F3-6C82-D32D-19C2-DAEF284E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54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899491-86EF-D141-2A15-4D3C0AADE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9BC747-23D1-4C20-9BB0-0C3F5017A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E87FC8-6DF8-15BD-BE32-221F9F6FE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BCE50-8B1F-0C08-D931-AADF3D26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D7246-EE11-E5CC-31E7-A961FB31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437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2196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708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179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194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0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1608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2151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1979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524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506206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02188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9B1F41-47EE-DA43-8536-41A699C6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AF980E-C057-71AA-3057-E7D170CE3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E878A-148F-6A0F-A1BE-5F8F1F90F9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EBB92-269A-4FA1-A806-99814D593B6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0D0E05-69BB-05EB-C56E-067772B18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F3BE2-41A1-EB49-0A07-D90F6E97B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98CB1-8F59-419D-9EC9-23250A7C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02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88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菱形 3"/>
          <p:cNvSpPr/>
          <p:nvPr/>
        </p:nvSpPr>
        <p:spPr>
          <a:xfrm>
            <a:off x="3194050" y="893445"/>
            <a:ext cx="5523865" cy="5071110"/>
          </a:xfrm>
          <a:prstGeom prst="diamond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50501" y="3106420"/>
            <a:ext cx="450532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charset="0"/>
                <a:ea typeface="逐浪温莎雅楷体" panose="03000509000000000000" charset="-122"/>
                <a:cs typeface="Times New Roman" panose="02020603050405020304" charset="0"/>
                <a:sym typeface="+mn-ea"/>
              </a:rPr>
              <a:t>Vocabulaire thématique</a:t>
            </a:r>
          </a:p>
        </p:txBody>
      </p:sp>
    </p:spTree>
    <p:custDataLst>
      <p:tags r:id="rId1"/>
    </p:custDataLst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69882" y="217370"/>
            <a:ext cx="10852237" cy="648000"/>
          </a:xfrm>
        </p:spPr>
        <p:txBody>
          <a:bodyPr/>
          <a:lstStyle/>
          <a:p>
            <a:r>
              <a:rPr lang="fr-FR" altLang="zh-CN" sz="3200" dirty="0">
                <a:latin typeface="Times New Roman" panose="02020603050405020304" charset="0"/>
                <a:cs typeface="Times New Roman" panose="02020603050405020304" charset="0"/>
              </a:rPr>
              <a:t>La nourriture (des aliments)-Page 103</a:t>
            </a: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3527420" y="1118870"/>
            <a:ext cx="3091970" cy="174306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69925" y="1655872"/>
            <a:ext cx="2408759" cy="788995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95000"/>
                </a:sysClr>
              </a:gs>
              <a:gs pos="100000">
                <a:sysClr val="window" lastClr="FFFFFF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82CB">
              <a:shade val="50000"/>
            </a:srgbClr>
          </a:lnRef>
          <a:fillRef idx="1">
            <a:srgbClr val="2E82CB"/>
          </a:fillRef>
          <a:effectRef idx="0">
            <a:srgbClr val="2E82CB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59931" y="1758960"/>
            <a:ext cx="2151375" cy="68590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283149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  <a:sym typeface="Arial" panose="020B0604020202020204" pitchFamily="34" charset="0"/>
              </a:rPr>
              <a:t>des légumes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714115" y="1202690"/>
            <a:ext cx="27463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une carotte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des tomates (n.f)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chou (n.m)</a:t>
            </a:r>
          </a:p>
        </p:txBody>
      </p:sp>
      <p:sp>
        <p:nvSpPr>
          <p:cNvPr id="8" name="圆角矩形 7"/>
          <p:cNvSpPr/>
          <p:nvPr>
            <p:custDataLst>
              <p:tags r:id="rId5"/>
            </p:custDataLst>
          </p:nvPr>
        </p:nvSpPr>
        <p:spPr>
          <a:xfrm>
            <a:off x="669925" y="3662384"/>
            <a:ext cx="2276698" cy="778214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95000"/>
                </a:sysClr>
              </a:gs>
              <a:gs pos="100000">
                <a:sysClr val="window" lastClr="FFFFFF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82CB">
              <a:shade val="50000"/>
            </a:srgbClr>
          </a:lnRef>
          <a:fillRef idx="1">
            <a:srgbClr val="2E82CB"/>
          </a:fillRef>
          <a:effectRef idx="0">
            <a:srgbClr val="2E82CB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795248" y="3819375"/>
            <a:ext cx="2151375" cy="68590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283149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  <a:sym typeface="Arial" panose="020B0604020202020204" pitchFamily="34" charset="0"/>
              </a:rPr>
              <a:t>de la viande</a:t>
            </a: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3585341" y="5113030"/>
            <a:ext cx="3091970" cy="174306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14115" y="3253105"/>
            <a:ext cx="30797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jambon (n.m)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steak (n.m)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poulet (n.m)</a:t>
            </a: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416560" y="5247005"/>
            <a:ext cx="2915285" cy="1336675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95000"/>
                </a:sysClr>
              </a:gs>
              <a:gs pos="100000">
                <a:sysClr val="window" lastClr="FFFFFF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82CB">
              <a:shade val="50000"/>
            </a:srgbClr>
          </a:lnRef>
          <a:fillRef idx="1">
            <a:srgbClr val="2E82CB"/>
          </a:fillRef>
          <a:effectRef idx="0">
            <a:srgbClr val="2E82CB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3585341" y="3115960"/>
            <a:ext cx="3091970" cy="174306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85210" y="5303520"/>
            <a:ext cx="30346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des crevettes(n.f)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des huîtres (n.f)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poisson (n.m)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3405" y="5388610"/>
            <a:ext cx="30118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possion 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des fruits de mer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69882" y="217370"/>
            <a:ext cx="10852237" cy="648000"/>
          </a:xfrm>
        </p:spPr>
        <p:txBody>
          <a:bodyPr/>
          <a:lstStyle/>
          <a:p>
            <a:r>
              <a:rPr lang="fr-FR" altLang="zh-CN" sz="3200" dirty="0">
                <a:latin typeface="Times New Roman" panose="02020603050405020304" charset="0"/>
                <a:cs typeface="Times New Roman" panose="02020603050405020304" charset="0"/>
              </a:rPr>
              <a:t>La nourriture (des aliments)-Page 103</a:t>
            </a: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3527425" y="1118870"/>
            <a:ext cx="3658235" cy="174307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69925" y="1655872"/>
            <a:ext cx="2408759" cy="788995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95000"/>
                </a:sysClr>
              </a:gs>
              <a:gs pos="100000">
                <a:sysClr val="window" lastClr="FFFFFF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82CB">
              <a:shade val="50000"/>
            </a:srgbClr>
          </a:lnRef>
          <a:fillRef idx="1">
            <a:srgbClr val="2E82CB"/>
          </a:fillRef>
          <a:effectRef idx="0">
            <a:srgbClr val="2E82CB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59931" y="1758960"/>
            <a:ext cx="2151375" cy="68590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83149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  <a:sym typeface="Arial" panose="020B0604020202020204" pitchFamily="34" charset="0"/>
              </a:rPr>
              <a:t>des fruits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714115" y="1202690"/>
            <a:ext cx="27463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raisin (n.m)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une poire (</a:t>
            </a:r>
            <a:r>
              <a:rPr kumimoji="0" lang="fr-FR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n.f</a:t>
            </a:r>
            <a:r>
              <a:rPr kumimoji="0" lang="fr-FR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des fraises (</a:t>
            </a:r>
            <a:r>
              <a:rPr kumimoji="0" lang="fr-FR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n.f</a:t>
            </a:r>
            <a:r>
              <a:rPr kumimoji="0" lang="fr-FR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)</a:t>
            </a:r>
          </a:p>
        </p:txBody>
      </p:sp>
      <p:sp>
        <p:nvSpPr>
          <p:cNvPr id="8" name="圆角矩形 7"/>
          <p:cNvSpPr/>
          <p:nvPr>
            <p:custDataLst>
              <p:tags r:id="rId5"/>
            </p:custDataLst>
          </p:nvPr>
        </p:nvSpPr>
        <p:spPr>
          <a:xfrm>
            <a:off x="669925" y="3662384"/>
            <a:ext cx="2276698" cy="778214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95000"/>
                </a:sysClr>
              </a:gs>
              <a:gs pos="100000">
                <a:sysClr val="window" lastClr="FFFFFF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82CB">
              <a:shade val="50000"/>
            </a:srgbClr>
          </a:lnRef>
          <a:fillRef idx="1">
            <a:srgbClr val="2E82CB"/>
          </a:fillRef>
          <a:effectRef idx="0">
            <a:srgbClr val="2E82CB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993368" y="3819375"/>
            <a:ext cx="2151375" cy="68590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283149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  <a:sym typeface="Arial" panose="020B0604020202020204" pitchFamily="34" charset="0"/>
              </a:rPr>
              <a:t>du sucré</a:t>
            </a: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3585210" y="5113020"/>
            <a:ext cx="3599815" cy="174307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78422" y="3295946"/>
            <a:ext cx="4734642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une tarte</a:t>
            </a: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 aux</a:t>
            </a: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 pommes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un gâteau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un pain </a:t>
            </a: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au</a:t>
            </a: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 chocolat</a:t>
            </a: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669925" y="5539740"/>
            <a:ext cx="2530475" cy="932180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95000"/>
                </a:sysClr>
              </a:gs>
              <a:gs pos="100000">
                <a:sysClr val="window" lastClr="FFFFFF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E82CB">
              <a:shade val="50000"/>
            </a:srgbClr>
          </a:lnRef>
          <a:fillRef idx="1">
            <a:srgbClr val="2E82CB"/>
          </a:fillRef>
          <a:effectRef idx="0">
            <a:srgbClr val="2E82CB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3585210" y="3115945"/>
            <a:ext cx="3599815" cy="174307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charset="0"/>
              <a:ea typeface="微软雅黑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27425" y="5303520"/>
            <a:ext cx="388747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riz (n.m)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des pâtes (n.f)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des nouilles (n.f)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93140" y="5723890"/>
            <a:ext cx="3011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du féculent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菱形 3"/>
          <p:cNvSpPr/>
          <p:nvPr/>
        </p:nvSpPr>
        <p:spPr>
          <a:xfrm>
            <a:off x="3194050" y="893445"/>
            <a:ext cx="5523865" cy="5071110"/>
          </a:xfrm>
          <a:prstGeom prst="diamond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15092" y="2397836"/>
            <a:ext cx="40817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charset="0"/>
                <a:ea typeface="逐浪温莎雅楷体" panose="03000509000000000000" charset="-122"/>
                <a:cs typeface="Berlin Sans FB Demi" panose="020E0802020502020306" charset="0"/>
              </a:rPr>
              <a:t>Communication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18181" y="3566833"/>
            <a:ext cx="26593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charset="0"/>
                <a:ea typeface="逐浪温莎雅楷体" panose="03000509000000000000" charset="-122"/>
                <a:cs typeface="Times New Roman" panose="02020603050405020304" charset="0"/>
                <a:sym typeface="+mn-ea"/>
              </a:rPr>
              <a:t>Au restaurant</a:t>
            </a:r>
          </a:p>
        </p:txBody>
      </p:sp>
    </p:spTree>
    <p:custDataLst>
      <p:tags r:id="rId1"/>
    </p:custDataLst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sz="3200" b="1">
                <a:latin typeface="Times New Roman" panose="02020603050405020304" charset="0"/>
                <a:cs typeface="Times New Roman" panose="02020603050405020304" charset="0"/>
              </a:rPr>
              <a:t>Commander un repas</a:t>
            </a:r>
          </a:p>
        </p:txBody>
      </p:sp>
      <p:sp>
        <p:nvSpPr>
          <p:cNvPr id="123907" name="内容占位符 1"/>
          <p:cNvSpPr>
            <a:spLocks noGrp="1"/>
          </p:cNvSpPr>
          <p:nvPr>
            <p:ph idx="1" hasCustomPrompt="1"/>
          </p:nvPr>
        </p:nvSpPr>
        <p:spPr>
          <a:xfrm>
            <a:off x="804863" y="1812290"/>
            <a:ext cx="5778500" cy="3852863"/>
          </a:xfrm>
          <a:solidFill>
            <a:srgbClr val="FBF7EB">
              <a:alpha val="100000"/>
            </a:srgbClr>
          </a:solidFill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0070C0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有什么菜？</a:t>
            </a:r>
            <a:endParaRPr lang="fr-FR" altLang="zh-CN" sz="3200" dirty="0">
              <a:solidFill>
                <a:srgbClr val="0070C0"/>
              </a:solidFill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/>
              <a:buChar char="ü"/>
            </a:pP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Qu’est-ce que </a:t>
            </a:r>
            <a:r>
              <a:rPr lang="fr-FR" altLang="zh-CN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vous avez comme </a:t>
            </a: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plats ?</a:t>
            </a:r>
          </a:p>
        </p:txBody>
      </p:sp>
      <p:pic>
        <p:nvPicPr>
          <p:cNvPr id="12390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2177733"/>
            <a:ext cx="4683125" cy="3121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sz="3200" b="1">
                <a:latin typeface="Times New Roman" panose="02020603050405020304" charset="0"/>
                <a:cs typeface="Times New Roman" panose="02020603050405020304" charset="0"/>
              </a:rPr>
              <a:t>Commander un repas</a:t>
            </a:r>
          </a:p>
        </p:txBody>
      </p:sp>
      <p:sp>
        <p:nvSpPr>
          <p:cNvPr id="124931" name="内容占位符 1"/>
          <p:cNvSpPr>
            <a:spLocks noGrp="1"/>
          </p:cNvSpPr>
          <p:nvPr>
            <p:ph idx="1" hasCustomPrompt="1"/>
          </p:nvPr>
        </p:nvSpPr>
        <p:spPr>
          <a:xfrm>
            <a:off x="669925" y="1741805"/>
            <a:ext cx="5833745" cy="4104005"/>
          </a:xfrm>
          <a:solidFill>
            <a:srgbClr val="FBF7EB">
              <a:alpha val="100000"/>
            </a:srgbClr>
          </a:solidFill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0070C0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我要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……</a:t>
            </a:r>
          </a:p>
          <a:p>
            <a:pPr>
              <a:lnSpc>
                <a:spcPct val="150000"/>
              </a:lnSpc>
              <a:buFont typeface="Wingdings" panose="05000000000000000000"/>
              <a:buChar char="ü"/>
            </a:pPr>
            <a:r>
              <a:rPr lang="fr-FR" altLang="zh-CN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Je prends/voudrais </a:t>
            </a: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un </a:t>
            </a:r>
            <a:r>
              <a:rPr lang="fr-FR" altLang="zh-CN" sz="3200" dirty="0" err="1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Gongbaojiding</a:t>
            </a: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, avec du riz. </a:t>
            </a:r>
          </a:p>
          <a:p>
            <a:pPr>
              <a:lnSpc>
                <a:spcPct val="150000"/>
              </a:lnSpc>
              <a:buFont typeface="Wingdings" panose="05000000000000000000"/>
              <a:buChar char="ü"/>
            </a:pP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Des raviolis </a:t>
            </a:r>
            <a:r>
              <a:rPr lang="fr-FR" altLang="zh-CN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pour moi / </a:t>
            </a: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Un poisson à la vapeur </a:t>
            </a:r>
            <a:r>
              <a:rPr lang="fr-FR" altLang="zh-CN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pour moi. </a:t>
            </a:r>
          </a:p>
        </p:txBody>
      </p:sp>
      <p:pic>
        <p:nvPicPr>
          <p:cNvPr id="12493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84718"/>
            <a:ext cx="4514850" cy="300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sz="3200" b="1">
                <a:latin typeface="Times New Roman" panose="02020603050405020304" charset="0"/>
                <a:cs typeface="Times New Roman" panose="02020603050405020304" charset="0"/>
              </a:rPr>
              <a:t>Commander un repas</a:t>
            </a:r>
          </a:p>
        </p:txBody>
      </p:sp>
      <p:sp>
        <p:nvSpPr>
          <p:cNvPr id="125955" name="内容占位符 1"/>
          <p:cNvSpPr>
            <a:spLocks noGrp="1"/>
          </p:cNvSpPr>
          <p:nvPr>
            <p:ph idx="1" hasCustomPrompt="1"/>
          </p:nvPr>
        </p:nvSpPr>
        <p:spPr>
          <a:xfrm>
            <a:off x="541655" y="1508125"/>
            <a:ext cx="6016625" cy="4439920"/>
          </a:xfrm>
          <a:solidFill>
            <a:srgbClr val="FBF7EB">
              <a:alpha val="100000"/>
            </a:srgbClr>
          </a:solidFill>
        </p:spPr>
        <p:txBody>
          <a:bodyPr vert="horz" wrap="square" lIns="91440" tIns="45720" rIns="91440" bIns="45720" anchor="t" anchorCtr="0"/>
          <a:lstStyle/>
          <a:p>
            <a:r>
              <a:rPr lang="zh-CN" altLang="en-US" sz="3200" dirty="0">
                <a:solidFill>
                  <a:srgbClr val="0070C0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我不要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……</a:t>
            </a:r>
          </a:p>
          <a:p>
            <a:pPr>
              <a:buFont typeface="Wingdings" panose="05000000000000000000"/>
              <a:buChar char="ü"/>
            </a:pP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Je </a:t>
            </a:r>
            <a:r>
              <a:rPr lang="fr-FR" altLang="zh-CN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ne veux pas </a:t>
            </a:r>
            <a:r>
              <a:rPr lang="fr-FR" altLang="zh-CN" sz="3200" b="1" dirty="0">
                <a:solidFill>
                  <a:srgbClr val="FF0000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de </a:t>
            </a: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piment/coriandre.</a:t>
            </a:r>
          </a:p>
          <a:p>
            <a:pPr>
              <a:buFont typeface="Wingdings" panose="05000000000000000000"/>
              <a:buChar char="ü"/>
            </a:pPr>
            <a:r>
              <a:rPr lang="fr-FR" altLang="zh-CN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Pas pour </a:t>
            </a: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moi, je ne supporte pas l’alcool. </a:t>
            </a:r>
          </a:p>
          <a:p>
            <a:pPr>
              <a:buFont typeface="Wingdings" panose="05000000000000000000"/>
              <a:buChar char="ü"/>
            </a:pP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Je </a:t>
            </a:r>
            <a:r>
              <a:rPr lang="fr-FR" altLang="zh-CN" sz="3200" b="1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n’aime pas </a:t>
            </a: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ça. </a:t>
            </a:r>
            <a:endParaRPr lang="fr-FR" altLang="zh-CN" sz="3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5956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463" y="2296160"/>
            <a:ext cx="4930775" cy="2609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sz="3200" b="1">
                <a:latin typeface="Times New Roman" panose="02020603050405020304" charset="0"/>
                <a:cs typeface="Times New Roman" panose="02020603050405020304" charset="0"/>
              </a:rPr>
              <a:t>Commenter un repas</a:t>
            </a:r>
          </a:p>
        </p:txBody>
      </p:sp>
      <p:sp>
        <p:nvSpPr>
          <p:cNvPr id="132099" name="内容占位符 1"/>
          <p:cNvSpPr>
            <a:spLocks noGrp="1"/>
          </p:cNvSpPr>
          <p:nvPr>
            <p:ph idx="1" hasCustomPrompt="1"/>
          </p:nvPr>
        </p:nvSpPr>
        <p:spPr>
          <a:xfrm>
            <a:off x="822325" y="1664335"/>
            <a:ext cx="10607675" cy="3529013"/>
          </a:xfrm>
          <a:solidFill>
            <a:srgbClr val="FBF7EB">
              <a:alpha val="100000"/>
            </a:srgbClr>
          </a:solidFill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lvl="0" algn="l">
              <a:buClrTx/>
              <a:buSzTx/>
            </a:pPr>
            <a:r>
              <a:rPr sz="3200" dirty="0">
                <a:solidFill>
                  <a:srgbClr val="0070C0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Positif</a:t>
            </a:r>
          </a:p>
          <a:p>
            <a:pPr marL="0" lvl="0" indent="0" algn="l">
              <a:buClrTx/>
              <a:buSz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 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C’est très bon !</a:t>
            </a:r>
          </a:p>
          <a:p>
            <a:pPr marL="0" lvl="0" indent="0" algn="l">
              <a:buClrTx/>
              <a:buSz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 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C’est excellent/magnifique/délicieux !</a:t>
            </a:r>
          </a:p>
          <a:p>
            <a:pPr marL="0" lvl="0" indent="0" algn="l">
              <a:buClrTx/>
              <a:buSz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 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J’adore ça !</a:t>
            </a:r>
          </a:p>
        </p:txBody>
      </p:sp>
      <p:pic>
        <p:nvPicPr>
          <p:cNvPr id="13210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0" y="2076133"/>
            <a:ext cx="3943350" cy="295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sz="3200" b="1">
                <a:latin typeface="Times New Roman" panose="02020603050405020304" charset="0"/>
                <a:cs typeface="Times New Roman" panose="02020603050405020304" charset="0"/>
              </a:rPr>
              <a:t>Commenter un repas</a:t>
            </a:r>
          </a:p>
        </p:txBody>
      </p:sp>
      <p:sp>
        <p:nvSpPr>
          <p:cNvPr id="133123" name="内容占位符 1"/>
          <p:cNvSpPr>
            <a:spLocks noGrp="1"/>
          </p:cNvSpPr>
          <p:nvPr>
            <p:ph idx="1" hasCustomPrompt="1"/>
          </p:nvPr>
        </p:nvSpPr>
        <p:spPr>
          <a:xfrm>
            <a:off x="669925" y="1598295"/>
            <a:ext cx="6289675" cy="4391025"/>
          </a:xfrm>
          <a:solidFill>
            <a:srgbClr val="FBF7EB">
              <a:alpha val="100000"/>
            </a:srgbClr>
          </a:solidFill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lvl="0" algn="l">
              <a:buClrTx/>
              <a:buSzTx/>
            </a:pPr>
            <a:r>
              <a:rPr sz="3200" dirty="0">
                <a:solidFill>
                  <a:srgbClr val="0070C0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Négatif</a:t>
            </a:r>
          </a:p>
          <a:p>
            <a:pPr marL="0" lvl="0" indent="0" algn="l">
              <a:buClrTx/>
              <a:buSz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 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C’est trop pimenté / épicé / </a:t>
            </a:r>
            <a:r>
              <a:rPr lang="fr-FR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salé/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léger / lourd !</a:t>
            </a:r>
          </a:p>
          <a:p>
            <a:pPr marL="0" lvl="0" indent="0" algn="l">
              <a:buClrTx/>
              <a:buSz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 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Quelle horreur !/C’est horrible !</a:t>
            </a:r>
          </a:p>
          <a:p>
            <a:pPr marL="0" lvl="0" indent="0" algn="l">
              <a:buClrTx/>
              <a:buSz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  </a:t>
            </a:r>
            <a:r>
              <a:rPr sz="3200" dirty="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Ça se mange ?</a:t>
            </a:r>
          </a:p>
        </p:txBody>
      </p:sp>
      <p:pic>
        <p:nvPicPr>
          <p:cNvPr id="13312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2536508"/>
            <a:ext cx="4322763" cy="2325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标题 1"/>
          <p:cNvSpPr>
            <a:spLocks noGrp="1"/>
          </p:cNvSpPr>
          <p:nvPr>
            <p:ph type="title"/>
          </p:nvPr>
        </p:nvSpPr>
        <p:spPr>
          <a:xfrm>
            <a:off x="751797" y="432000"/>
            <a:ext cx="10852237" cy="648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sz="3200" b="1">
                <a:latin typeface="Times New Roman" panose="02020603050405020304" charset="0"/>
                <a:cs typeface="Times New Roman" panose="02020603050405020304" charset="0"/>
              </a:rPr>
              <a:t>Demander l’addition</a:t>
            </a:r>
          </a:p>
        </p:txBody>
      </p:sp>
      <p:sp>
        <p:nvSpPr>
          <p:cNvPr id="134147" name="内容占位符 1"/>
          <p:cNvSpPr>
            <a:spLocks noGrp="1"/>
          </p:cNvSpPr>
          <p:nvPr>
            <p:ph idx="1" hasCustomPrompt="1"/>
          </p:nvPr>
        </p:nvSpPr>
        <p:spPr>
          <a:xfrm>
            <a:off x="5902325" y="2077720"/>
            <a:ext cx="5534025" cy="1992630"/>
          </a:xfrm>
          <a:solidFill>
            <a:srgbClr val="FBF7EB">
              <a:alpha val="100000"/>
            </a:srgbClr>
          </a:solidFill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</a:pPr>
            <a:r>
              <a:rPr lang="fr-FR" altLang="zh-CN" sz="320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L’addition, s’il vous plaît !</a:t>
            </a:r>
          </a:p>
          <a:p>
            <a:pPr>
              <a:lnSpc>
                <a:spcPct val="150000"/>
              </a:lnSpc>
            </a:pPr>
            <a:r>
              <a:rPr lang="fr-FR" altLang="zh-CN" sz="320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Je vous dois combien ?</a:t>
            </a:r>
          </a:p>
        </p:txBody>
      </p:sp>
      <p:pic>
        <p:nvPicPr>
          <p:cNvPr id="14848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73" y="1606550"/>
            <a:ext cx="4721225" cy="3143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标题 1"/>
          <p:cNvSpPr>
            <a:spLocks noGrp="1"/>
          </p:cNvSpPr>
          <p:nvPr>
            <p:ph type="title"/>
          </p:nvPr>
        </p:nvSpPr>
        <p:spPr>
          <a:xfrm>
            <a:off x="751797" y="432635"/>
            <a:ext cx="10852237" cy="648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sz="3200" b="1">
                <a:latin typeface="Times New Roman" panose="02020603050405020304" charset="0"/>
                <a:cs typeface="Times New Roman" panose="02020603050405020304" charset="0"/>
              </a:rPr>
              <a:t>Que dit le serveur / la serveuse ?</a:t>
            </a:r>
          </a:p>
        </p:txBody>
      </p:sp>
      <p:sp>
        <p:nvSpPr>
          <p:cNvPr id="135171" name="内容占位符 1"/>
          <p:cNvSpPr>
            <a:spLocks noGrp="1"/>
          </p:cNvSpPr>
          <p:nvPr>
            <p:ph idx="1" hasCustomPrompt="1"/>
          </p:nvPr>
        </p:nvSpPr>
        <p:spPr>
          <a:xfrm>
            <a:off x="879475" y="1717040"/>
            <a:ext cx="5722620" cy="3307080"/>
          </a:xfrm>
          <a:solidFill>
            <a:srgbClr val="FBF7EB">
              <a:alpha val="100000"/>
            </a:srgbClr>
          </a:solidFill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</a:pPr>
            <a:r>
              <a:rPr lang="fr-FR" altLang="zh-CN" sz="320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Madame, vous désirez ?</a:t>
            </a:r>
          </a:p>
          <a:p>
            <a:pPr>
              <a:lnSpc>
                <a:spcPct val="150000"/>
              </a:lnSpc>
            </a:pPr>
            <a:r>
              <a:rPr lang="fr-FR" altLang="zh-CN" sz="320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Pour vous, monsieur ?</a:t>
            </a:r>
          </a:p>
          <a:p>
            <a:pPr>
              <a:lnSpc>
                <a:spcPct val="150000"/>
              </a:lnSpc>
            </a:pPr>
            <a:r>
              <a:rPr lang="fr-FR" altLang="zh-CN" sz="3200">
                <a:solidFill>
                  <a:schemeClr val="tx1"/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Vous voulez boire quelque chose ?</a:t>
            </a:r>
          </a:p>
        </p:txBody>
      </p:sp>
      <p:pic>
        <p:nvPicPr>
          <p:cNvPr id="135172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790" y="1848485"/>
            <a:ext cx="4521200" cy="3013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0177714"/>
  <p:tag name="KSO_WM_UNIT_TYPE" val="r_i"/>
  <p:tag name="KSO_WM_UNIT_INDEX" val="1_1"/>
  <p:tag name="KSO_WM_UNIT_ID" val="diagram30177714_1*r_i*1_1"/>
  <p:tag name="KSO_WM_UNIT_LAYERLEVEL" val="1_1"/>
  <p:tag name="KSO_WM_BEAUTIFY_FLAG" val=""/>
  <p:tag name="KSO_WM_TAG_VERSION" val="1.0"/>
  <p:tag name="KSO_WM_DIAGRAM_GROUP_CODE" val="r1-1"/>
  <p:tag name="KSO_WM_UNIT_DIAGRAM_CONTRAST_TITLE_CNT" val="2"/>
  <p:tag name="KSO_WM_UNIT_DIAGRAM_DIMENSION_TITLE_CNT" val="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2"/>
  <p:tag name="KSO_WM_UNIT_ID" val="257*l_i*1_2"/>
  <p:tag name="KSO_WM_UNIT_CLEAR" val="1"/>
  <p:tag name="KSO_WM_UNIT_LAYERLEVEL" val="1_1"/>
  <p:tag name="KSO_WM_BEAUTIFY_FLAG" val=""/>
  <p:tag name="KSO_WM_DIAGRAM_GROUP_CODE" val="l1-1"/>
  <p:tag name="KSO_WM_UNIT_FILL_FORE_SCHEMECOLOR_INDEX" val="14"/>
  <p:tag name="KSO_WM_UNIT_FILL_TYPE" val="1"/>
  <p:tag name="KSO_WM_UNIT_TEXT_FILL_FORE_SCHEMECOLOR_INDEX" val="2"/>
  <p:tag name="KSO_WM_UNIT_TEXT_FILL_TYPE" val="1"/>
  <p:tag name="KSO_WM_UNIT_DIAGRAM_SCHEMECOLOR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3"/>
  <p:tag name="KSO_WM_UNIT_ID" val="257*l_i*1_3"/>
  <p:tag name="KSO_WM_UNIT_CLEAR" val="1"/>
  <p:tag name="KSO_WM_UNIT_LAYERLEVEL" val="1_1"/>
  <p:tag name="KSO_WM_BEAUTIFY_FLAG" val=""/>
  <p:tag name="KSO_WM_DIAGRAM_GROUP_CODE" val="l1-1"/>
  <p:tag name="KSO_WM_UNIT_TEXT_FILL_FORE_SCHEMECOLOR_INDEX" val="5"/>
  <p:tag name="KSO_WM_UNIT_TEXT_FILL_TYPE" val="1"/>
  <p:tag name="KSO_WM_UNIT_DIAGRAM_SCHEMECOLOR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2"/>
  <p:tag name="KSO_WM_UNIT_ID" val="257*l_i*1_2"/>
  <p:tag name="KSO_WM_UNIT_CLEAR" val="1"/>
  <p:tag name="KSO_WM_UNIT_LAYERLEVEL" val="1_1"/>
  <p:tag name="KSO_WM_BEAUTIFY_FLAG" val=""/>
  <p:tag name="KSO_WM_DIAGRAM_GROUP_CODE" val="l1-1"/>
  <p:tag name="KSO_WM_UNIT_FILL_FORE_SCHEMECOLOR_INDEX" val="14"/>
  <p:tag name="KSO_WM_UNIT_FILL_TYPE" val="1"/>
  <p:tag name="KSO_WM_UNIT_TEXT_FILL_FORE_SCHEMECOLOR_INDEX" val="2"/>
  <p:tag name="KSO_WM_UNIT_TEXT_FILL_TYPE" val="1"/>
  <p:tag name="KSO_WM_UNIT_DIAGRAM_SCHEMECOLOR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3"/>
  <p:tag name="KSO_WM_UNIT_ID" val="257*l_i*1_3"/>
  <p:tag name="KSO_WM_UNIT_CLEAR" val="1"/>
  <p:tag name="KSO_WM_UNIT_LAYERLEVEL" val="1_1"/>
  <p:tag name="KSO_WM_BEAUTIFY_FLAG" val=""/>
  <p:tag name="KSO_WM_DIAGRAM_GROUP_CODE" val="l1-1"/>
  <p:tag name="KSO_WM_UNIT_TEXT_FILL_FORE_SCHEMECOLOR_INDEX" val="5"/>
  <p:tag name="KSO_WM_UNIT_TEXT_FILL_TYPE" val="1"/>
  <p:tag name="KSO_WM_UNIT_DIAGRAM_SCHEMECOLOR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0177714"/>
  <p:tag name="KSO_WM_UNIT_TYPE" val="r_i"/>
  <p:tag name="KSO_WM_UNIT_INDEX" val="1_1"/>
  <p:tag name="KSO_WM_UNIT_ID" val="diagram30177714_1*r_i*1_1"/>
  <p:tag name="KSO_WM_UNIT_LAYERLEVEL" val="1_1"/>
  <p:tag name="KSO_WM_BEAUTIFY_FLAG" val=""/>
  <p:tag name="KSO_WM_TAG_VERSION" val="1.0"/>
  <p:tag name="KSO_WM_DIAGRAM_GROUP_CODE" val="r1-1"/>
  <p:tag name="KSO_WM_UNIT_DIAGRAM_CONTRAST_TITLE_CNT" val="2"/>
  <p:tag name="KSO_WM_UNIT_DIAGRAM_DIMENSION_TITLE_CNT" val="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2"/>
  <p:tag name="KSO_WM_UNIT_ID" val="257*l_i*1_2"/>
  <p:tag name="KSO_WM_UNIT_CLEAR" val="1"/>
  <p:tag name="KSO_WM_UNIT_LAYERLEVEL" val="1_1"/>
  <p:tag name="KSO_WM_BEAUTIFY_FLAG" val=""/>
  <p:tag name="KSO_WM_DIAGRAM_GROUP_CODE" val="l1-1"/>
  <p:tag name="KSO_WM_UNIT_FILL_FORE_SCHEMECOLOR_INDEX" val="14"/>
  <p:tag name="KSO_WM_UNIT_FILL_TYPE" val="1"/>
  <p:tag name="KSO_WM_UNIT_TEXT_FILL_FORE_SCHEMECOLOR_INDEX" val="2"/>
  <p:tag name="KSO_WM_UNIT_TEXT_FILL_TYPE" val="1"/>
  <p:tag name="KSO_WM_UNIT_DIAGRAM_SCHEMECOLOR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0177714"/>
  <p:tag name="KSO_WM_UNIT_TYPE" val="r_i"/>
  <p:tag name="KSO_WM_UNIT_INDEX" val="1_1"/>
  <p:tag name="KSO_WM_UNIT_ID" val="diagram30177714_1*r_i*1_1"/>
  <p:tag name="KSO_WM_UNIT_LAYERLEVEL" val="1_1"/>
  <p:tag name="KSO_WM_BEAUTIFY_FLAG" val=""/>
  <p:tag name="KSO_WM_TAG_VERSION" val="1.0"/>
  <p:tag name="KSO_WM_DIAGRAM_GROUP_CODE" val="r1-1"/>
  <p:tag name="KSO_WM_UNIT_DIAGRAM_CONTRAST_TITLE_CNT" val="2"/>
  <p:tag name="KSO_WM_UNIT_DIAGRAM_DIMENSION_TITLE_CNT" val="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0177714"/>
  <p:tag name="KSO_WM_UNIT_TYPE" val="r_i"/>
  <p:tag name="KSO_WM_UNIT_INDEX" val="1_1"/>
  <p:tag name="KSO_WM_UNIT_ID" val="diagram30177714_1*r_i*1_1"/>
  <p:tag name="KSO_WM_UNIT_LAYERLEVEL" val="1_1"/>
  <p:tag name="KSO_WM_BEAUTIFY_FLAG" val=""/>
  <p:tag name="KSO_WM_TAG_VERSION" val="1.0"/>
  <p:tag name="KSO_WM_DIAGRAM_GROUP_CODE" val="r1-1"/>
  <p:tag name="KSO_WM_UNIT_DIAGRAM_CONTRAST_TITLE_CNT" val="2"/>
  <p:tag name="KSO_WM_UNIT_DIAGRAM_DIMENSION_TITLE_CNT" val="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2"/>
  <p:tag name="KSO_WM_UNIT_ID" val="257*l_i*1_2"/>
  <p:tag name="KSO_WM_UNIT_CLEAR" val="1"/>
  <p:tag name="KSO_WM_UNIT_LAYERLEVEL" val="1_1"/>
  <p:tag name="KSO_WM_BEAUTIFY_FLAG" val=""/>
  <p:tag name="KSO_WM_DIAGRAM_GROUP_CODE" val="l1-1"/>
  <p:tag name="KSO_WM_UNIT_FILL_FORE_SCHEMECOLOR_INDEX" val="14"/>
  <p:tag name="KSO_WM_UNIT_FILL_TYPE" val="1"/>
  <p:tag name="KSO_WM_UNIT_TEXT_FILL_FORE_SCHEMECOLOR_INDEX" val="2"/>
  <p:tag name="KSO_WM_UNIT_TEXT_FILL_TYPE" val="1"/>
  <p:tag name="KSO_WM_UNIT_DIAGRAM_SCHEMECOLOR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3"/>
  <p:tag name="KSO_WM_UNIT_ID" val="257*l_i*1_3"/>
  <p:tag name="KSO_WM_UNIT_CLEAR" val="1"/>
  <p:tag name="KSO_WM_UNIT_LAYERLEVEL" val="1_1"/>
  <p:tag name="KSO_WM_BEAUTIFY_FLAG" val=""/>
  <p:tag name="KSO_WM_DIAGRAM_GROUP_CODE" val="l1-1"/>
  <p:tag name="KSO_WM_UNIT_TEXT_FILL_FORE_SCHEMECOLOR_INDEX" val="5"/>
  <p:tag name="KSO_WM_UNIT_TEXT_FILL_TYPE" val="1"/>
  <p:tag name="KSO_WM_UNIT_DIAGRAM_SCHEMECOLOR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2"/>
  <p:tag name="KSO_WM_UNIT_ID" val="257*l_i*1_2"/>
  <p:tag name="KSO_WM_UNIT_CLEAR" val="1"/>
  <p:tag name="KSO_WM_UNIT_LAYERLEVEL" val="1_1"/>
  <p:tag name="KSO_WM_BEAUTIFY_FLAG" val=""/>
  <p:tag name="KSO_WM_DIAGRAM_GROUP_CODE" val="l1-1"/>
  <p:tag name="KSO_WM_UNIT_FILL_FORE_SCHEMECOLOR_INDEX" val="14"/>
  <p:tag name="KSO_WM_UNIT_FILL_TYPE" val="1"/>
  <p:tag name="KSO_WM_UNIT_TEXT_FILL_FORE_SCHEMECOLOR_INDEX" val="2"/>
  <p:tag name="KSO_WM_UNIT_TEXT_FILL_TYPE" val="1"/>
  <p:tag name="KSO_WM_UNIT_DIAGRAM_SCHEMECOLOR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3"/>
  <p:tag name="KSO_WM_UNIT_ID" val="257*l_i*1_3"/>
  <p:tag name="KSO_WM_UNIT_CLEAR" val="1"/>
  <p:tag name="KSO_WM_UNIT_LAYERLEVEL" val="1_1"/>
  <p:tag name="KSO_WM_BEAUTIFY_FLAG" val=""/>
  <p:tag name="KSO_WM_DIAGRAM_GROUP_CODE" val="l1-1"/>
  <p:tag name="KSO_WM_UNIT_TEXT_FILL_FORE_SCHEMECOLOR_INDEX" val="5"/>
  <p:tag name="KSO_WM_UNIT_TEXT_FILL_TYPE" val="1"/>
  <p:tag name="KSO_WM_UNIT_DIAGRAM_SCHEMECOLOR_ID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0177714"/>
  <p:tag name="KSO_WM_UNIT_TYPE" val="r_i"/>
  <p:tag name="KSO_WM_UNIT_INDEX" val="1_1"/>
  <p:tag name="KSO_WM_UNIT_ID" val="diagram30177714_1*r_i*1_1"/>
  <p:tag name="KSO_WM_UNIT_LAYERLEVEL" val="1_1"/>
  <p:tag name="KSO_WM_BEAUTIFY_FLAG" val=""/>
  <p:tag name="KSO_WM_TAG_VERSION" val="1.0"/>
  <p:tag name="KSO_WM_DIAGRAM_GROUP_CODE" val="r1-1"/>
  <p:tag name="KSO_WM_UNIT_DIAGRAM_CONTRAST_TITLE_CNT" val="2"/>
  <p:tag name="KSO_WM_UNIT_DIAGRAM_DIMENSION_TITLE_CNT" val="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diagram"/>
  <p:tag name="KSO_WM_TEMPLATE_INDEX" val="782"/>
  <p:tag name="KSO_WM_UNIT_TYPE" val="l_i"/>
  <p:tag name="KSO_WM_UNIT_INDEX" val="1_2"/>
  <p:tag name="KSO_WM_UNIT_ID" val="257*l_i*1_2"/>
  <p:tag name="KSO_WM_UNIT_CLEAR" val="1"/>
  <p:tag name="KSO_WM_UNIT_LAYERLEVEL" val="1_1"/>
  <p:tag name="KSO_WM_BEAUTIFY_FLAG" val=""/>
  <p:tag name="KSO_WM_DIAGRAM_GROUP_CODE" val="l1-1"/>
  <p:tag name="KSO_WM_UNIT_FILL_FORE_SCHEMECOLOR_INDEX" val="14"/>
  <p:tag name="KSO_WM_UNIT_FILL_TYPE" val="1"/>
  <p:tag name="KSO_WM_UNIT_TEXT_FILL_FORE_SCHEMECOLOR_INDEX" val="2"/>
  <p:tag name="KSO_WM_UNIT_TEXT_FILL_TYPE" val="1"/>
  <p:tag name="KSO_WM_UNIT_DIAGRAM_SCHEMECOLOR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diagram"/>
  <p:tag name="KSO_WM_TEMPLATE_INDEX" val="30177714"/>
  <p:tag name="KSO_WM_UNIT_TYPE" val="r_i"/>
  <p:tag name="KSO_WM_UNIT_INDEX" val="1_1"/>
  <p:tag name="KSO_WM_UNIT_ID" val="diagram30177714_1*r_i*1_1"/>
  <p:tag name="KSO_WM_UNIT_LAYERLEVEL" val="1_1"/>
  <p:tag name="KSO_WM_BEAUTIFY_FLAG" val=""/>
  <p:tag name="KSO_WM_TAG_VERSION" val="1.0"/>
  <p:tag name="KSO_WM_DIAGRAM_GROUP_CODE" val="r1-1"/>
  <p:tag name="KSO_WM_UNIT_DIAGRAM_CONTRAST_TITLE_CNT" val="2"/>
  <p:tag name="KSO_WM_UNIT_DIAGRAM_DIMENSION_TITLE_CNT" val="1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317</Words>
  <Application>Microsoft Macintosh PowerPoint</Application>
  <PresentationFormat>宽屏</PresentationFormat>
  <Paragraphs>66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Berlin Sans FB Demi</vt:lpstr>
      <vt:lpstr>Times New Roman</vt:lpstr>
      <vt:lpstr>Wingdings</vt:lpstr>
      <vt:lpstr>Office 主题​​</vt:lpstr>
      <vt:lpstr>1_Office 主题​​</vt:lpstr>
      <vt:lpstr>PowerPoint 演示文稿</vt:lpstr>
      <vt:lpstr>La nourriture (des aliments)-Page 103</vt:lpstr>
      <vt:lpstr>La nourriture (des aliments)-Page 103</vt:lpstr>
      <vt:lpstr>PowerPoint 演示文稿</vt:lpstr>
      <vt:lpstr>Commander un repas</vt:lpstr>
      <vt:lpstr>Commander un repas</vt:lpstr>
      <vt:lpstr>Commander un repas</vt:lpstr>
      <vt:lpstr>Commenter un repas</vt:lpstr>
      <vt:lpstr>Commenter un repas</vt:lpstr>
      <vt:lpstr>Demander l’addition</vt:lpstr>
      <vt:lpstr>Que dit le serveur / la serveuse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广赢 朱</dc:creator>
  <cp:lastModifiedBy>zzzzzz</cp:lastModifiedBy>
  <cp:revision>4</cp:revision>
  <dcterms:created xsi:type="dcterms:W3CDTF">2025-10-24T01:45:54Z</dcterms:created>
  <dcterms:modified xsi:type="dcterms:W3CDTF">2025-11-26T15:03:00Z</dcterms:modified>
</cp:coreProperties>
</file>